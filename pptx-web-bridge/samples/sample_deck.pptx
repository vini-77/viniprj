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発表者ノート: 背景説明は2分で終える。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業務改善提案（サンプル）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サンプル株式会社 業務推進部</a:t>
            </a:r>
          </a:p>
          <a:p>
            <a:r>
              <a:t>2026年 架空データ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背景と課題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資料作成が PowerPoint と Web の二重作業になっている</a:t>
            </a:r>
          </a:p>
          <a:p>
            <a:pPr lvl="1"/>
            <a:r>
              <a:t>同じ内容を2回作り直している</a:t>
            </a:r>
          </a:p>
          <a:p>
            <a:pPr lvl="1"/>
            <a:r>
              <a:t>修正が片方にしか反映されない</a:t>
            </a:r>
          </a:p>
          <a:p>
            <a:pPr/>
            <a:r>
              <a:t>共通の中間形式で双方向に変換したい</a:t>
            </a:r>
          </a:p>
          <a:p>
            <a:pPr lvl="1"/>
            <a:r>
              <a:t>編集性と見た目のバランスを選べるようにする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変換の流れ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3108960" cy="1280160"/>
          </a:xfrm>
          <a:prstGeom prst="round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FFFFFF"/>
                </a:solidFill>
              </a:rPr>
              <a:t>PPTX 解析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0" y="2926080"/>
            <a:ext cx="73152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0" y="2286000"/>
            <a:ext cx="3108960" cy="1280160"/>
          </a:xfrm>
          <a:prstGeom prst="roundRect">
            <a:avLst/>
          </a:prstGeom>
          <a:solidFill>
            <a:srgbClr val="E07A1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FFFFFF"/>
                </a:solidFill>
              </a:rPr>
              <a:t>Presentation JSON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680960" y="2926080"/>
            <a:ext cx="73152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412480" y="2286000"/>
            <a:ext cx="3108960" cy="1280160"/>
          </a:xfrm>
          <a:prstGeom prst="round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FFFFFF"/>
                </a:solidFill>
              </a:rPr>
              <a:t>Web レンダリング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AI は構造理解と分類を担当し、座標計算とファイル生成は決定的なプログラムが行う。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 対応範囲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685800">
                <a:tc>
                  <a:txBody>
                    <a:bodyPr/>
                    <a:lstStyle/>
                    <a:p>
                      <a:r>
                        <a:rPr sz="1400" b="1"/>
                        <a:t>区分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MVP で対応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初期対象外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/>
                        <a:t>PPTX 要素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タイトル、本文、画像、矩形、線、表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SmartArt、動画、マクロ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/>
                        <a:t>HTML 要素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section、h1-h3、p、リスト、画像、表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任意 SPA、ログイン後ページ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/>
                        <a:t>出力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編集性 / 見た目 / ハイブリッド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完全ピクセル一致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効果の見込み（架空データ）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400800" cy="360045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7589520" y="1737360"/>
            <a:ext cx="3840480" cy="2011680"/>
            <a:chOff x="7589520" y="1737360"/>
            <a:chExt cx="3840480" cy="2011680"/>
          </a:xfrm>
        </p:grpSpPr>
        <p:sp>
          <p:nvSpPr>
            <p:cNvPr id="5" name="Rectangle 4"/>
            <p:cNvSpPr/>
            <p:nvPr/>
          </p:nvSpPr>
          <p:spPr>
            <a:xfrm>
              <a:off x="7589520" y="1737360"/>
              <a:ext cx="3840480" cy="2011680"/>
            </a:xfrm>
            <a:prstGeom prst="rect">
              <a:avLst/>
            </a:prstGeom>
            <a:solidFill>
              <a:srgbClr val="F4F6F9"/>
            </a:solidFill>
            <a:ln>
              <a:solidFill>
                <a:srgbClr val="C9D1D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72400" y="1828800"/>
              <a:ext cx="3566160" cy="1828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t>作成時間を 5 割削減（試算）</a:t>
              </a:r>
            </a:p>
            <a:p>
              <a:r>
                <a:rPr sz="1100"/>
                <a:t>※ 数値は架空のサンプル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31520" y="53035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chemeClr val="accent1"/>
                </a:solidFill>
              </a:rPr>
              <a:t>図: 月別の作成件数（架空）</a:t>
            </a:r>
          </a:p>
        </p:txBody>
      </p:sp>
      <p:sp>
        <p:nvSpPr>
          <p:cNvPr id="8" name="theme_badge"/>
          <p:cNvSpPr/>
          <p:nvPr/>
        </p:nvSpPr>
        <p:spPr>
          <a:xfrm>
            <a:off x="7589520" y="4023360"/>
            <a:ext cx="3840480" cy="64008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chemeClr val="tx2"/>
                </a:solidFill>
              </a:rPr>
              <a:t>テーマ色の塗り（accent2 +40%）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一度作れば PowerPoint と Web の両方へ展開できる</a:t>
            </a:r>
          </a:p>
          <a:p>
            <a:r>
              <a:t>未対応要素は警告と代替処理で止めない</a:t>
            </a:r>
          </a:p>
          <a:p>
            <a:r>
              <a:t>Presentation JSON を保存すれば作業を再開できる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業務改善提案（サンプル）</dc:title>
  <dc:subject/>
  <dc:creator>サンプル株式会社（架空）</dc:creator>
  <cp:keywords/>
  <dc:description>generated using python-pptx</dc:description>
  <cp:lastModifiedBy>サンプル株式会社（架空）</cp:lastModifiedBy>
  <cp:revision>1</cp:revision>
  <dcterms:created xsi:type="dcterms:W3CDTF">2013-01-27T09:14:16Z</dcterms:created>
  <dcterms:modified xsi:type="dcterms:W3CDTF">2013-01-27T09:15:58Z</dcterms:modified>
  <cp:category/>
</cp:coreProperties>
</file>