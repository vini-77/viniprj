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background_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題名がここに入ります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副題がここに入ります</a:t>
            </a:r>
          </a:p>
        </p:txBody>
      </p:sp>
      <p:pic>
        <p:nvPicPr>
          <p:cNvPr id="5" name="brand_logo_whi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645920" cy="658368"/>
          </a:xfrm>
          <a:prstGeom prst="rect">
            <a:avLst/>
          </a:prstGeom>
        </p:spPr>
      </p:pic>
      <p:sp>
        <p:nvSpPr>
          <p:cNvPr id="6" name="date_text"/>
          <p:cNvSpPr txBox="1"/>
          <p:nvPr/>
        </p:nvSpPr>
        <p:spPr>
          <a:xfrm>
            <a:off x="7589520" y="630936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2026年9月10日 / © Sample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1A72"/>
                </a:solidFill>
              </a:rPr>
              <a:t>中身の題名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本文の箇条書き</a:t>
            </a:r>
          </a:p>
        </p:txBody>
      </p:sp>
      <p:sp>
        <p:nvSpPr>
          <p:cNvPr id="4" name="bottom_band"/>
          <p:cNvSpPr/>
          <p:nvPr/>
        </p:nvSpPr>
        <p:spPr>
          <a:xfrm>
            <a:off x="2560320" y="6537960"/>
            <a:ext cx="9628632" cy="228600"/>
          </a:xfrm>
          <a:prstGeom prst="parallelogram">
            <a:avLst>
              <a:gd name="adj" fmla="val 60000"/>
            </a:avLst>
          </a:prstGeom>
          <a:solidFill>
            <a:srgbClr val="001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brand_logo_blu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92240"/>
            <a:ext cx="1920240" cy="768096"/>
          </a:xfrm>
          <a:prstGeom prst="rect">
            <a:avLst/>
          </a:prstGeom>
        </p:spPr>
      </p:pic>
      <p:sp>
        <p:nvSpPr>
          <p:cNvPr id="6" name="page_no"/>
          <p:cNvSpPr txBox="1"/>
          <p:nvPr/>
        </p:nvSpPr>
        <p:spPr>
          <a:xfrm>
            <a:off x="11155680" y="62636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6F5F7C2-5C4C-4C6E-9D0E-1E2F3A4B5C6D}" type="slidenum">
              <a:rPr lang="ja-JP" sz="900"/>
              <a:t>2</a:t>
            </a:fld>
          </a:p>
        </p:txBody>
      </p:sp>
      <p:sp>
        <p:nvSpPr>
          <p:cNvPr id="7" name="decor_square_1"/>
          <p:cNvSpPr/>
          <p:nvPr/>
        </p:nvSpPr>
        <p:spPr>
          <a:xfrm>
            <a:off x="10607040" y="411480"/>
            <a:ext cx="365760" cy="36576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_square_2"/>
          <p:cNvSpPr/>
          <p:nvPr/>
        </p:nvSpPr>
        <p:spPr>
          <a:xfrm>
            <a:off x="11247120" y="411480"/>
            <a:ext cx="365760" cy="36576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_logo_cen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94560"/>
            <a:ext cx="3749039" cy="149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ご清聴ありがとうございました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カラーパレット（参考）</a:t>
            </a:r>
          </a:p>
        </p:txBody>
      </p:sp>
      <p:sp>
        <p:nvSpPr>
          <p:cNvPr id="3" name="swatch_1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#001A72</a:t>
            </a:r>
          </a:p>
        </p:txBody>
      </p:sp>
      <p:sp>
        <p:nvSpPr>
          <p:cNvPr id="5" name="swatch_2"/>
          <p:cNvSpPr/>
          <p:nvPr/>
        </p:nvSpPr>
        <p:spPr>
          <a:xfrm>
            <a:off x="1920240" y="1371600"/>
            <a:ext cx="1097280" cy="109728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#405395</a:t>
            </a:r>
          </a:p>
        </p:txBody>
      </p:sp>
      <p:sp>
        <p:nvSpPr>
          <p:cNvPr id="7" name="swatch_3"/>
          <p:cNvSpPr/>
          <p:nvPr/>
        </p:nvSpPr>
        <p:spPr>
          <a:xfrm>
            <a:off x="3291840" y="1371600"/>
            <a:ext cx="1097280" cy="109728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#808CB8</a:t>
            </a:r>
          </a:p>
        </p:txBody>
      </p:sp>
      <p:sp>
        <p:nvSpPr>
          <p:cNvPr id="9" name="swatch_4"/>
          <p:cNvSpPr/>
          <p:nvPr/>
        </p:nvSpPr>
        <p:spPr>
          <a:xfrm>
            <a:off x="4663440" y="1371600"/>
            <a:ext cx="1097280" cy="109728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#BFC6DC</a:t>
            </a:r>
          </a:p>
        </p:txBody>
      </p:sp>
      <p:sp>
        <p:nvSpPr>
          <p:cNvPr id="11" name="swatch_5"/>
          <p:cNvSpPr/>
          <p:nvPr/>
        </p:nvSpPr>
        <p:spPr>
          <a:xfrm>
            <a:off x="6035040" y="1371600"/>
            <a:ext cx="109728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#000000</a:t>
            </a:r>
          </a:p>
        </p:txBody>
      </p:sp>
      <p:sp>
        <p:nvSpPr>
          <p:cNvPr id="13" name="swatch_6"/>
          <p:cNvSpPr/>
          <p:nvPr/>
        </p:nvSpPr>
        <p:spPr>
          <a:xfrm>
            <a:off x="7406640" y="1371600"/>
            <a:ext cx="1097280" cy="10972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#333333</a:t>
            </a:r>
          </a:p>
        </p:txBody>
      </p:sp>
      <p:sp>
        <p:nvSpPr>
          <p:cNvPr id="15" name="swatch_7"/>
          <p:cNvSpPr/>
          <p:nvPr/>
        </p:nvSpPr>
        <p:spPr>
          <a:xfrm>
            <a:off x="8778240" y="1371600"/>
            <a:ext cx="1097280" cy="109728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#4BC3FF</a:t>
            </a:r>
          </a:p>
        </p:txBody>
      </p:sp>
      <p:sp>
        <p:nvSpPr>
          <p:cNvPr id="17" name="swatch_8"/>
          <p:cNvSpPr/>
          <p:nvPr/>
        </p:nvSpPr>
        <p:spPr>
          <a:xfrm>
            <a:off x="10149840" y="1371600"/>
            <a:ext cx="1097280" cy="109728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#FA0A3C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架空ブランドのテンプレート</dc:title>
  <dc:subject/>
  <dc:creator>サンプル株式会社（架空）</dc:creator>
  <cp:keywords/>
  <dc:description>generated using python-pptx</dc:description>
  <cp:lastModifiedBy>サンプル株式会社（架空）</cp:lastModifiedBy>
  <cp:revision>1</cp:revision>
  <dcterms:created xsi:type="dcterms:W3CDTF">2013-01-27T09:14:16Z</dcterms:created>
  <dcterms:modified xsi:type="dcterms:W3CDTF">2013-01-27T09:15:58Z</dcterms:modified>
  <cp:category/>
</cp:coreProperties>
</file>